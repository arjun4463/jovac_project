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Building a Web-Based Platform for Demonstrating Reflected and Stored XSS Attacks with Mitigations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Introduction</a:t>
            </a:r>
          </a:p>
          <a:p>
            <a:r>
              <a:t>• XSS Overview</a:t>
            </a:r>
          </a:p>
          <a:p>
            <a:r>
              <a:t>• Reflected XSS</a:t>
            </a:r>
          </a:p>
          <a:p>
            <a:r>
              <a:t>• Stored XSS</a:t>
            </a:r>
          </a:p>
          <a:p>
            <a:r>
              <a:t>• Project Implementation</a:t>
            </a:r>
          </a:p>
          <a:p>
            <a:r>
              <a:t>• Mitigations</a:t>
            </a:r>
          </a:p>
          <a:p>
            <a:r>
              <a:t>• Demo &amp; Results</a:t>
            </a:r>
          </a:p>
          <a:p>
            <a: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Cross-Site Scripting (XSS) is one of the most common web security issues.</a:t>
            </a:r>
          </a:p>
          <a:p>
            <a:r>
              <a:t>It allows attackers to inject malicious scripts into websites.</a:t>
            </a:r>
          </a:p>
          <a:p>
            <a:r>
              <a:t>This project demonstrates both reflected and stored XSS attacks along with their mitigations.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XSS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Reflected XSS – malicious input is reflected immediately in the response.</a:t>
            </a:r>
          </a:p>
          <a:p>
            <a:r>
              <a:t>• Stored XSS – malicious input is stored in the database and affects all future visitors.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6400800" cy="34904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Web-based demo platform built with Node.js + Express + EJS.</a:t>
            </a:r>
          </a:p>
          <a:p>
            <a:r>
              <a:t>• Demonstrates both vulnerable and safe implementations.</a:t>
            </a:r>
          </a:p>
          <a:p>
            <a:r>
              <a:t>• Teaches students how to exploit and then mitigate XSS.</a:t>
            </a:r>
          </a:p>
          <a:p>
            <a:r>
              <a:t>• Includes guestbook (stored XSS) and search (reflected XSS).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validation and sanitization</a:t>
            </a:r>
          </a:p>
          <a:p>
            <a:r>
              <a:t>• Output encoding / escaping</a:t>
            </a:r>
          </a:p>
          <a:p>
            <a:r>
              <a:t>• Content Security Policy (CSP)</a:t>
            </a:r>
          </a:p>
          <a:p>
            <a:r>
              <a:t>• Use of secure libraries and frameworks</a:t>
            </a:r>
          </a:p>
          <a:p>
            <a:r>
              <a:t>• Avoid inline JavaScript</a:t>
            </a:r>
          </a:p>
          <a:p>
            <a:r>
              <a:t>• HTTP-only and SameSite cookies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XSS is a critical web vulnerability.</a:t>
            </a:r>
          </a:p>
          <a:p>
            <a:r>
              <a:t>• Reflected and Stored XSS were demonstrated.</a:t>
            </a:r>
          </a:p>
          <a:p>
            <a:r>
              <a:t>• Mitigations show how to prevent attacks.</a:t>
            </a:r>
          </a:p>
          <a:p>
            <a:r>
              <a:t>• Secure coding practices are essential.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223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Building a Web-Based Platform for Demonstrating Reflected and Stored XSS Attacks with Mitigations</vt:lpstr>
      <vt:lpstr>Agenda</vt:lpstr>
      <vt:lpstr>Introduction</vt:lpstr>
      <vt:lpstr>Types of XSS</vt:lpstr>
      <vt:lpstr>PowerPoint Presentation</vt:lpstr>
      <vt:lpstr>Project Overview</vt:lpstr>
      <vt:lpstr>Mitigations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Arjun yadav</cp:lastModifiedBy>
  <cp:revision>3</cp:revision>
  <dcterms:created xsi:type="dcterms:W3CDTF">2013-01-27T09:14:16Z</dcterms:created>
  <dcterms:modified xsi:type="dcterms:W3CDTF">2025-08-27T17:04:53Z</dcterms:modified>
  <cp:category/>
</cp:coreProperties>
</file>