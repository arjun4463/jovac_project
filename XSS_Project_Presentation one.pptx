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yadav" userId="321e493d8d9c049d" providerId="LiveId" clId="{12F73F15-5A53-4C2B-BBD2-2623778EFC38}"/>
    <pc:docChg chg="delSld">
      <pc:chgData name="Arjun yadav" userId="321e493d8d9c049d" providerId="LiveId" clId="{12F73F15-5A53-4C2B-BBD2-2623778EFC38}" dt="2025-11-04T15:24:51.128" v="0" actId="2696"/>
      <pc:docMkLst>
        <pc:docMk/>
      </pc:docMkLst>
      <pc:sldChg chg="del">
        <pc:chgData name="Arjun yadav" userId="321e493d8d9c049d" providerId="LiveId" clId="{12F73F15-5A53-4C2B-BBD2-2623778EFC38}" dt="2025-11-04T15:24:51.128" v="0" actId="2696"/>
        <pc:sldMkLst>
          <pc:docMk/>
          <pc:sldMk cId="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Web-Based Platform for Demonstrating XSS Attacks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Arjun</a:t>
            </a:r>
          </a:p>
          <a:p>
            <a:r>
              <a:t>(Advanced Cyber Security Project)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XSS (Cross-Site Scripting)</a:t>
            </a:r>
          </a:p>
          <a:p>
            <a:r>
              <a:t>- Demonstrate Stored and Reflected XSS attacks</a:t>
            </a:r>
          </a:p>
          <a:p>
            <a:r>
              <a:t>- Implement security measures to mitigate XSS</a:t>
            </a:r>
          </a:p>
          <a:p>
            <a:r>
              <a:t>- Learn secure coding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PHP – Backend scripting</a:t>
            </a:r>
          </a:p>
          <a:p>
            <a:r>
              <a:t>• MySQL – Database</a:t>
            </a:r>
          </a:p>
          <a:p>
            <a:r>
              <a:t>• HTML &amp; CSS – Frontend design</a:t>
            </a:r>
          </a:p>
          <a:p>
            <a:r>
              <a:t>• XAMPP – Local server (Apache + MySQL + PHP)</a:t>
            </a:r>
          </a:p>
          <a:p>
            <a:r>
              <a:t>• phpMyAdmin – Database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Folder &amp; 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Structure:</a:t>
            </a:r>
          </a:p>
          <a:p>
            <a:r>
              <a:t>  ├── db.php</a:t>
            </a:r>
          </a:p>
          <a:p>
            <a:r>
              <a:t>  ├── index.php</a:t>
            </a:r>
          </a:p>
          <a:p>
            <a:r>
              <a:t>  ├── vuln/ (vulnerable pages)</a:t>
            </a:r>
          </a:p>
          <a:p>
            <a:r>
              <a:t>  ├── safe/ (secure pages)</a:t>
            </a:r>
          </a:p>
          <a:p>
            <a:r>
              <a:t>  └── public/styles.css</a:t>
            </a:r>
          </a:p>
          <a:p>
            <a:endParaRPr/>
          </a:p>
          <a:p>
            <a:r>
              <a:t>Database: xss_demo</a:t>
            </a:r>
          </a:p>
          <a:p>
            <a:r>
              <a:t>  - guestbook(id, name, message, created_at)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Stored XSS (Vulnerable Guestbook)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is stored directly into the database without sanitization.</a:t>
            </a:r>
          </a:p>
          <a:p>
            <a:r>
              <a:t>• When viewed, the script executes in the browser.</a:t>
            </a:r>
          </a:p>
          <a:p>
            <a:r>
              <a:t>Example:</a:t>
            </a:r>
          </a:p>
          <a:p>
            <a:r>
              <a:t>Message: &lt;script&gt;alert('Hacked!')&lt;/script&gt;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Reflected XSS (Vulnerable Search)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from URL or form is reflected back without validation.</a:t>
            </a:r>
          </a:p>
          <a:p>
            <a:r>
              <a:t>Example URL:</a:t>
            </a:r>
          </a:p>
          <a:p>
            <a:r>
              <a:t>http://localhost/xss-php-demo/vuln/search.php?q=&lt;script&gt;alert('XSS')&lt;/script&gt;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(Mitigated)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Used htmlspecialchars() to sanitize output.</a:t>
            </a:r>
          </a:p>
          <a:p>
            <a:r>
              <a:t>• Converts special characters into harmless text.</a:t>
            </a:r>
          </a:p>
          <a:p>
            <a:r>
              <a:t>Example:</a:t>
            </a:r>
          </a:p>
          <a:p>
            <a:r>
              <a:t>&lt;script&gt;alert('XSS')&lt;/script&gt; → &amp;lt;script&amp;gt;alert('XSS')&amp;lt;/script&amp;gt;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Page | Type | Result |</a:t>
            </a:r>
          </a:p>
          <a:p>
            <a:r>
              <a:t>|------|------|--------|</a:t>
            </a:r>
          </a:p>
          <a:p>
            <a:r>
              <a:t>| vuln/guestbook.php | Stored XSS | Alert executes |</a:t>
            </a:r>
          </a:p>
          <a:p>
            <a:r>
              <a:t>| safe/guestbook.php | Safe Version | Script displayed as text |</a:t>
            </a:r>
          </a:p>
          <a:p>
            <a:r>
              <a:t>| vuln/search.php | Reflected XSS | Alert executes |</a:t>
            </a:r>
          </a:p>
          <a:p>
            <a:r>
              <a:t>| safe/search.php | Safe Version | Script harmlessly displayed |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Concepts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XSS: Injecting malicious scripts into web pages</a:t>
            </a:r>
          </a:p>
          <a:p>
            <a:r>
              <a:t>- Stored vs Reflected XSS differences</a:t>
            </a:r>
          </a:p>
          <a:p>
            <a:r>
              <a:t>- Sanitization &amp; Validation importance</a:t>
            </a:r>
          </a:p>
          <a:p>
            <a:r>
              <a:t>- Use of htmlspecialchars() and encoding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insecure input handling leads to XSS attacks and how simple validation and encoding techniques can mitigate them.</a:t>
            </a:r>
          </a:p>
          <a:p>
            <a:endParaRPr/>
          </a:p>
          <a:p>
            <a:r>
              <a:t>Learning Outcome:</a:t>
            </a:r>
          </a:p>
          <a:p>
            <a:r>
              <a:t>✅ Understanding of XSS vulnerabilities</a:t>
            </a:r>
          </a:p>
          <a:p>
            <a:r>
              <a:t>✅ Practical PHP security implementation</a:t>
            </a:r>
          </a:p>
          <a:p>
            <a:r>
              <a:t>✅ Awareness of secure web development practices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408</Words>
  <Application>Microsoft Office PowerPoint</Application>
  <PresentationFormat>On-screen Show (4:3)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Web-Based Platform for Demonstrating XSS Attacks</vt:lpstr>
      <vt:lpstr>Objective</vt:lpstr>
      <vt:lpstr>Technologies Used</vt:lpstr>
      <vt:lpstr>Folder &amp; Database Structure</vt:lpstr>
      <vt:lpstr>Stored XSS (Vulnerable Guestbook)</vt:lpstr>
      <vt:lpstr>Reflected XSS (Vulnerable Search)</vt:lpstr>
      <vt:lpstr>Safe (Mitigated) Versions</vt:lpstr>
      <vt:lpstr>Results Comparison</vt:lpstr>
      <vt:lpstr>Security Concepts Learned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Arjun yadav</cp:lastModifiedBy>
  <cp:revision>1</cp:revision>
  <dcterms:created xsi:type="dcterms:W3CDTF">2013-01-27T09:14:16Z</dcterms:created>
  <dcterms:modified xsi:type="dcterms:W3CDTF">2025-11-04T15:24:56Z</dcterms:modified>
  <cp:category/>
</cp:coreProperties>
</file>